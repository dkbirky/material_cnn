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68"/>
  </p:normalViewPr>
  <p:slideViewPr>
    <p:cSldViewPr snapToGrid="0" snapToObjects="1">
      <p:cViewPr varScale="1">
        <p:scale>
          <a:sx n="105" d="100"/>
          <a:sy n="105" d="100"/>
        </p:scale>
        <p:origin x="74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D7723-6CC8-B044-BAD7-C9F00654C5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8FA05D-4732-8D47-A461-1D912B13AE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E0388C-0869-E642-A545-6493CF2A5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15DE0-0BC6-C543-A8CF-81B854A9A4F5}" type="datetimeFigureOut">
              <a:rPr lang="en-US" smtClean="0"/>
              <a:t>12/9/21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C7350A-8E38-1B4C-A654-C9AD56A19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3C721F-84E9-4945-AAAC-FE12C0C66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2DEC2-D0A1-0F41-A866-5AE76E33E1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345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CB9C0-4EC7-FC4E-AF5D-A016640AC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7EA1E-2D92-9D4C-B9B3-5C62644340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E640A8-CB0F-D44E-AFF3-CE8A43D7B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15DE0-0BC6-C543-A8CF-81B854A9A4F5}" type="datetimeFigureOut">
              <a:rPr lang="en-US" smtClean="0"/>
              <a:t>12/9/21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3C3F9B-F367-4B47-82D3-3934B2987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3321D9-8FDD-F04A-9C3F-1A357A97D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2DEC2-D0A1-0F41-A866-5AE76E33E1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3923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B7C0A-6AD3-0B40-A647-06AF46AF3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6EFDAD-53A9-7144-8C11-A91EE6ABA8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87EED4-72DC-244D-8881-495FBA3B5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15DE0-0BC6-C543-A8CF-81B854A9A4F5}" type="datetimeFigureOut">
              <a:rPr lang="en-US" smtClean="0"/>
              <a:t>12/9/21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AF75FD-AF15-0D43-AC64-0D733C70B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A1EE2B-B3C0-624E-A10D-FF108CCF3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2DEC2-D0A1-0F41-A866-5AE76E33E1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885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54946-A56C-B34A-8F98-C1FFC3E65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FF4FE-AAF8-AD4F-96A5-07A286404B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12674B-196A-0C4D-800F-6C11673B33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EB69A5-7BF4-6745-AE8C-ED48FC99B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15DE0-0BC6-C543-A8CF-81B854A9A4F5}" type="datetimeFigureOut">
              <a:rPr lang="en-US" smtClean="0"/>
              <a:t>12/9/21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482C00-DA20-C34E-B9B8-E2BC00C21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59CDF5-9563-E14B-B6FB-F6BFDB09E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2DEC2-D0A1-0F41-A866-5AE76E33E1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7902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2C125-A3DD-FD42-8276-74A53EB4D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997715-882B-E14C-90C9-8D06FBB69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7724A9-C5E4-394C-8F8B-F6812F5389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81A7D3-E15B-5C4D-9A34-47F7DB27D7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DF0838-997A-9E4B-AC62-0531900AF8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C92B60-3679-734F-AD83-206BF4944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15DE0-0BC6-C543-A8CF-81B854A9A4F5}" type="datetimeFigureOut">
              <a:rPr lang="en-US" smtClean="0"/>
              <a:t>12/9/21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5E31BE-C853-884C-8413-FDB1CCBB8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3A244A-ECEE-DA40-A404-4D1557C5F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2DEC2-D0A1-0F41-A866-5AE76E33E1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7486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EE630-3864-5F40-AAFE-8887F1445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F0FD99-F06C-FD4E-BE9F-CAFC7C554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15DE0-0BC6-C543-A8CF-81B854A9A4F5}" type="datetimeFigureOut">
              <a:rPr lang="en-US" smtClean="0"/>
              <a:t>12/9/21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EA8064-CC44-064F-B4C5-DB486E8CD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4F55D4-88C8-604A-81FD-FFFB877FE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2DEC2-D0A1-0F41-A866-5AE76E33E1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8136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08A56B-F6F2-2848-B8B1-41900F706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15DE0-0BC6-C543-A8CF-81B854A9A4F5}" type="datetimeFigureOut">
              <a:rPr lang="en-US" smtClean="0"/>
              <a:t>12/9/21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3B7F98-FD4A-C646-8067-A4A2A7DF6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EA4021-BF7E-1B4B-A0A4-6353B0154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2DEC2-D0A1-0F41-A866-5AE76E33E1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4975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C2CA7-D7C5-EA47-BBEC-D92909378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DDBA05-1413-1F43-A4AC-4A88D380DB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971FFB-7B5E-C74A-B957-5E611960B4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510C7C-F9C9-E348-AC1B-0B6AF9B7C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15DE0-0BC6-C543-A8CF-81B854A9A4F5}" type="datetimeFigureOut">
              <a:rPr lang="en-US" smtClean="0"/>
              <a:t>12/9/21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EFB24F-8920-1A4A-848F-94177EDAC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AE18D8-B44B-DF41-9551-E6A65982D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2DEC2-D0A1-0F41-A866-5AE76E33E1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7372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29A4C-9017-AE4B-B708-B6607F3BA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F9FEFF-CD08-F141-939E-6533F482FA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73B332-0B2B-BD48-A32A-80137DC82E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E9CFCF-CCD7-C04E-ADCB-38578D684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15DE0-0BC6-C543-A8CF-81B854A9A4F5}" type="datetimeFigureOut">
              <a:rPr lang="en-US" smtClean="0"/>
              <a:t>12/9/21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F65BE6-9610-F149-AFC7-409BD5D62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55ACD2-5010-5A41-9937-EFB600753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2DEC2-D0A1-0F41-A866-5AE76E33E1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2230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B83B7-CF13-C34F-8E1B-1F6025BD7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0ED64E-FB76-9A45-9942-77C2521F74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0D5F22-78A9-DE42-8FB7-5CE49EC10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15DE0-0BC6-C543-A8CF-81B854A9A4F5}" type="datetimeFigureOut">
              <a:rPr lang="en-US" smtClean="0"/>
              <a:t>12/9/21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35C10-0369-9D4C-95AE-C06F6C7AE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239674-F800-E34E-8A2D-61E9B7D4C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2DEC2-D0A1-0F41-A866-5AE76E33E1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9927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2C827D-6846-844C-AC22-F75DFFD0FA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5ECD98-CADC-ED4C-BAD4-BC7C53390C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CD6117-B70D-DB4B-AC0F-115DB2CDC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15DE0-0BC6-C543-A8CF-81B854A9A4F5}" type="datetimeFigureOut">
              <a:rPr lang="en-US" smtClean="0"/>
              <a:t>12/9/21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35E15D-7D07-0741-8717-250EFDEEB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ACA28-AA67-3E47-BEC6-CB7C2C973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2DEC2-D0A1-0F41-A866-5AE76E33E1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5152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704001-A334-F642-9820-6730DCBEB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D535E4-F2F7-4A40-876D-6FDCEEEDB0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98045B-786C-2347-BCC3-26365D5161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215DE0-0BC6-C543-A8CF-81B854A9A4F5}" type="datetimeFigureOut">
              <a:rPr lang="en-US" smtClean="0"/>
              <a:t>12/9/21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565B1E-FB35-9E4F-B30B-C9A6DB4EC7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FA53B6-58F9-EF42-8553-C58D0D69A9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42DEC2-D0A1-0F41-A866-5AE76E33E1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590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hape, square&#10;&#10;Description automatically generated">
            <a:extLst>
              <a:ext uri="{FF2B5EF4-FFF2-40B4-BE49-F238E27FC236}">
                <a16:creationId xmlns:a16="http://schemas.microsoft.com/office/drawing/2014/main" id="{2444D92E-24F5-3E42-A657-90DA89623F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1447" y="1212080"/>
            <a:ext cx="5909105" cy="3776618"/>
          </a:xfrm>
          <a:prstGeom prst="rect">
            <a:avLst/>
          </a:prstGeom>
        </p:spPr>
      </p:pic>
      <p:sp>
        <p:nvSpPr>
          <p:cNvPr id="10" name="Triangle 9">
            <a:extLst>
              <a:ext uri="{FF2B5EF4-FFF2-40B4-BE49-F238E27FC236}">
                <a16:creationId xmlns:a16="http://schemas.microsoft.com/office/drawing/2014/main" id="{D3E43430-B672-C547-B8AC-2964CFA6769B}"/>
              </a:ext>
            </a:extLst>
          </p:cNvPr>
          <p:cNvSpPr/>
          <p:nvPr/>
        </p:nvSpPr>
        <p:spPr>
          <a:xfrm>
            <a:off x="4640105" y="4617876"/>
            <a:ext cx="284205" cy="284205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riangle 10">
            <a:extLst>
              <a:ext uri="{FF2B5EF4-FFF2-40B4-BE49-F238E27FC236}">
                <a16:creationId xmlns:a16="http://schemas.microsoft.com/office/drawing/2014/main" id="{73E2B78A-9EAC-3947-99B9-AE6F5EEEC223}"/>
              </a:ext>
            </a:extLst>
          </p:cNvPr>
          <p:cNvSpPr/>
          <p:nvPr/>
        </p:nvSpPr>
        <p:spPr>
          <a:xfrm>
            <a:off x="5297000" y="4617876"/>
            <a:ext cx="284205" cy="284205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riangle 11">
            <a:extLst>
              <a:ext uri="{FF2B5EF4-FFF2-40B4-BE49-F238E27FC236}">
                <a16:creationId xmlns:a16="http://schemas.microsoft.com/office/drawing/2014/main" id="{2ED63459-0261-C545-A890-4CE7A76D5316}"/>
              </a:ext>
            </a:extLst>
          </p:cNvPr>
          <p:cNvSpPr/>
          <p:nvPr/>
        </p:nvSpPr>
        <p:spPr>
          <a:xfrm>
            <a:off x="5953895" y="4617876"/>
            <a:ext cx="284205" cy="284205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riangle 12">
            <a:extLst>
              <a:ext uri="{FF2B5EF4-FFF2-40B4-BE49-F238E27FC236}">
                <a16:creationId xmlns:a16="http://schemas.microsoft.com/office/drawing/2014/main" id="{7ECADC60-553D-0F40-BE1C-058E91C2DCBB}"/>
              </a:ext>
            </a:extLst>
          </p:cNvPr>
          <p:cNvSpPr/>
          <p:nvPr/>
        </p:nvSpPr>
        <p:spPr>
          <a:xfrm>
            <a:off x="6610791" y="4617876"/>
            <a:ext cx="284205" cy="284205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riangle 13">
            <a:extLst>
              <a:ext uri="{FF2B5EF4-FFF2-40B4-BE49-F238E27FC236}">
                <a16:creationId xmlns:a16="http://schemas.microsoft.com/office/drawing/2014/main" id="{9520A0E3-F380-F54B-8E41-901CA3DD37A4}"/>
              </a:ext>
            </a:extLst>
          </p:cNvPr>
          <p:cNvSpPr/>
          <p:nvPr/>
        </p:nvSpPr>
        <p:spPr>
          <a:xfrm>
            <a:off x="7267687" y="4617876"/>
            <a:ext cx="284205" cy="284205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riangle 15">
            <a:extLst>
              <a:ext uri="{FF2B5EF4-FFF2-40B4-BE49-F238E27FC236}">
                <a16:creationId xmlns:a16="http://schemas.microsoft.com/office/drawing/2014/main" id="{B5AD4348-D085-414E-B322-27B17B9A910F}"/>
              </a:ext>
            </a:extLst>
          </p:cNvPr>
          <p:cNvSpPr/>
          <p:nvPr/>
        </p:nvSpPr>
        <p:spPr>
          <a:xfrm rot="5400000">
            <a:off x="4245962" y="4282426"/>
            <a:ext cx="284205" cy="284205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riangle 16">
            <a:extLst>
              <a:ext uri="{FF2B5EF4-FFF2-40B4-BE49-F238E27FC236}">
                <a16:creationId xmlns:a16="http://schemas.microsoft.com/office/drawing/2014/main" id="{B05903DF-9270-124A-BE28-F27CDBEA83C5}"/>
              </a:ext>
            </a:extLst>
          </p:cNvPr>
          <p:cNvSpPr/>
          <p:nvPr/>
        </p:nvSpPr>
        <p:spPr>
          <a:xfrm rot="5400000">
            <a:off x="4245962" y="3650067"/>
            <a:ext cx="284205" cy="284205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riangle 17">
            <a:extLst>
              <a:ext uri="{FF2B5EF4-FFF2-40B4-BE49-F238E27FC236}">
                <a16:creationId xmlns:a16="http://schemas.microsoft.com/office/drawing/2014/main" id="{88818215-C5C2-7D46-83D2-5D29FC831DE5}"/>
              </a:ext>
            </a:extLst>
          </p:cNvPr>
          <p:cNvSpPr/>
          <p:nvPr/>
        </p:nvSpPr>
        <p:spPr>
          <a:xfrm rot="5400000">
            <a:off x="4245962" y="3017707"/>
            <a:ext cx="284205" cy="284205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riangle 18">
            <a:extLst>
              <a:ext uri="{FF2B5EF4-FFF2-40B4-BE49-F238E27FC236}">
                <a16:creationId xmlns:a16="http://schemas.microsoft.com/office/drawing/2014/main" id="{49662580-B70C-AA48-925A-1BCD391B611F}"/>
              </a:ext>
            </a:extLst>
          </p:cNvPr>
          <p:cNvSpPr/>
          <p:nvPr/>
        </p:nvSpPr>
        <p:spPr>
          <a:xfrm rot="5400000">
            <a:off x="4245962" y="2385347"/>
            <a:ext cx="284205" cy="284205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riangle 19">
            <a:extLst>
              <a:ext uri="{FF2B5EF4-FFF2-40B4-BE49-F238E27FC236}">
                <a16:creationId xmlns:a16="http://schemas.microsoft.com/office/drawing/2014/main" id="{4DCA7561-F1A4-C341-AE5B-7B6194445432}"/>
              </a:ext>
            </a:extLst>
          </p:cNvPr>
          <p:cNvSpPr/>
          <p:nvPr/>
        </p:nvSpPr>
        <p:spPr>
          <a:xfrm rot="5400000">
            <a:off x="4245962" y="1752987"/>
            <a:ext cx="284205" cy="284205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956FA50-97B2-6A4C-8880-5C8A4081126A}"/>
              </a:ext>
            </a:extLst>
          </p:cNvPr>
          <p:cNvCxnSpPr>
            <a:cxnSpLocks/>
          </p:cNvCxnSpPr>
          <p:nvPr/>
        </p:nvCxnSpPr>
        <p:spPr>
          <a:xfrm>
            <a:off x="7630510" y="1752987"/>
            <a:ext cx="557049" cy="0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415D483-74AC-694C-8C61-3CE69E16D7F2}"/>
              </a:ext>
            </a:extLst>
          </p:cNvPr>
          <p:cNvCxnSpPr>
            <a:cxnSpLocks/>
          </p:cNvCxnSpPr>
          <p:nvPr/>
        </p:nvCxnSpPr>
        <p:spPr>
          <a:xfrm>
            <a:off x="7630510" y="2175939"/>
            <a:ext cx="557049" cy="0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B0EED48-351A-E842-82A8-29ECBED84A49}"/>
              </a:ext>
            </a:extLst>
          </p:cNvPr>
          <p:cNvCxnSpPr>
            <a:cxnSpLocks/>
          </p:cNvCxnSpPr>
          <p:nvPr/>
        </p:nvCxnSpPr>
        <p:spPr>
          <a:xfrm>
            <a:off x="7630510" y="2598891"/>
            <a:ext cx="557049" cy="0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DFB30DE-C18B-4C4E-9AC1-917AB3792F6D}"/>
              </a:ext>
            </a:extLst>
          </p:cNvPr>
          <p:cNvCxnSpPr>
            <a:cxnSpLocks/>
          </p:cNvCxnSpPr>
          <p:nvPr/>
        </p:nvCxnSpPr>
        <p:spPr>
          <a:xfrm>
            <a:off x="7630510" y="3867747"/>
            <a:ext cx="557049" cy="0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8F5AEC7-7AE8-E846-B711-71EC600B1998}"/>
              </a:ext>
            </a:extLst>
          </p:cNvPr>
          <p:cNvCxnSpPr>
            <a:cxnSpLocks/>
          </p:cNvCxnSpPr>
          <p:nvPr/>
        </p:nvCxnSpPr>
        <p:spPr>
          <a:xfrm>
            <a:off x="7630510" y="3021843"/>
            <a:ext cx="557049" cy="0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C56A78B-0586-0A47-A659-2030CFB59C8E}"/>
              </a:ext>
            </a:extLst>
          </p:cNvPr>
          <p:cNvCxnSpPr>
            <a:cxnSpLocks/>
          </p:cNvCxnSpPr>
          <p:nvPr/>
        </p:nvCxnSpPr>
        <p:spPr>
          <a:xfrm>
            <a:off x="7630510" y="3444795"/>
            <a:ext cx="557049" cy="0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0CECE8C-E623-084E-859B-0049D5A59C24}"/>
              </a:ext>
            </a:extLst>
          </p:cNvPr>
          <p:cNvCxnSpPr>
            <a:cxnSpLocks/>
          </p:cNvCxnSpPr>
          <p:nvPr/>
        </p:nvCxnSpPr>
        <p:spPr>
          <a:xfrm>
            <a:off x="7630510" y="4290697"/>
            <a:ext cx="557049" cy="0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A1C6D026-EC5B-2F4B-8BBA-DDD6A2A893FA}"/>
              </a:ext>
            </a:extLst>
          </p:cNvPr>
          <p:cNvSpPr txBox="1"/>
          <p:nvPr/>
        </p:nvSpPr>
        <p:spPr>
          <a:xfrm>
            <a:off x="7630510" y="1333426"/>
            <a:ext cx="12098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0.006m</a:t>
            </a:r>
          </a:p>
        </p:txBody>
      </p:sp>
    </p:spTree>
    <p:extLst>
      <p:ext uri="{BB962C8B-B14F-4D97-AF65-F5344CB8AC3E}">
        <p14:creationId xmlns:p14="http://schemas.microsoft.com/office/powerpoint/2010/main" val="14033564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527</TotalTime>
  <Words>1</Words>
  <Application>Microsoft Macintosh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Donovan Birky</dc:creator>
  <cp:lastModifiedBy>Donovan Birky</cp:lastModifiedBy>
  <cp:revision>1</cp:revision>
  <dcterms:created xsi:type="dcterms:W3CDTF">2021-12-09T16:53:26Z</dcterms:created>
  <dcterms:modified xsi:type="dcterms:W3CDTF">2021-12-10T01:41:25Z</dcterms:modified>
</cp:coreProperties>
</file>